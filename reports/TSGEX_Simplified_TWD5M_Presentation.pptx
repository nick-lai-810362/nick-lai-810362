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Microsoft JhengHei"/>
              </a:rPr>
              <a:t>一年預估獲利（新台幣元）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一年預估獲利（新台幣）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①Bitfinex
出借</c:v>
                  </c:pt>
                  <c:pt idx="1">
                    <c:v>②OKX
活期</c:v>
                  </c:pt>
                  <c:pt idx="2">
                    <c:v>③Binance
活期</c:v>
                  </c:pt>
                  <c:pt idx="3">
                    <c:v>④OKX
雙幣(未賭錯)</c:v>
                  </c:pt>
                  <c:pt idx="4">
                    <c:v>⑤Binance
雙幣(未賭錯)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514500</c:v>
                </c:pt>
                <c:pt idx="1">
                  <c:v>150000</c:v>
                </c:pt>
                <c:pt idx="2">
                  <c:v>75000</c:v>
                </c:pt>
                <c:pt idx="3">
                  <c:v>2250000</c:v>
                </c:pt>
                <c:pt idx="4">
                  <c:v>2250000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Microsoft JhengHe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Microsoft JhengHei"/>
              </a:rPr>
              <a:t>一年預估獲利（新台幣元）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一年預估獲利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方案A
求穩為主</c:v>
                  </c:pt>
                  <c:pt idx="1">
                    <c:v>方案B
穩中求進</c:v>
                  </c:pt>
                  <c:pt idx="2">
                    <c:v>方案C
積極型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607500</c:v>
                </c:pt>
                <c:pt idx="1">
                  <c:v>868000</c:v>
                </c:pt>
                <c:pt idx="2">
                  <c:v>1128000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572000" cy="45720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　簡明版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公司閒置資金收益優化方案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以新台幣 500 萬元為例：五種常見「加密貨幣生息工具」一次看懂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寫給非加密貨幣背景的主管與同仁：專有名詞保留，但用白話說明每個機制在做什麼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818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NT$5,000,000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605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本次評估額度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47091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4818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種方法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5605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逐一拆解機制與風險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4709160"/>
            <a:ext cx="3776472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09560" y="481888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白話＋專有名詞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56052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看得懂，也講得出口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內部機密｜2026年9月｜換算匯率約 1美元＝31.75新台幣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我們想解決什麼問題？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公司帳上有一筆暫時用不到的錢，放銀行活存利息很低，有沒有更好的做法？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5038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這筆錢目前主要放在銀行活存，利息接近 0。而美元的「無風險利率」（可以想成銀行間互相借錢的基準利率，代號叫 SOFR）目前約 3.66%，都比活存高出不少。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74650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30552"/>
            <a:ext cx="50657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加密貨幣交易平台上，有幾種「借錢給別人賺利息」或「賣保險賺保費」性質的產品，年化報酬可能明顯高於銀行利率——但機制不同，風險程度也差很多，需要逐一看懂。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這份簡報要回答三個問題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這 5 種方法，錢實際上是怎麼幫我們賺利息的？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本金會不會因為市場漲跌而變少（有沒有「賠錢」的可能）？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用 NT$500 萬去做，一年大概能賺多少？有沒有安全與積極的不同組合？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五種方法，一次看懂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白話一句話＋風險等級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774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Bitfinex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美元出借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把美元借給有抵押品的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槓桿交易者賺利息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4206240"/>
            <a:ext cx="17922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20624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16352" y="160020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8094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23774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活期理財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錢存進交易所資金池，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類似活存，隨時可領回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80944" y="4206240"/>
            <a:ext cx="17922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80944" y="420624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風險：低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84064" y="160020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8656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4865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23774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活期理財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同上，另一家交易所，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可互相備援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48656" y="4206240"/>
            <a:ext cx="17922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48656" y="420624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51776" y="160020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163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516368" y="23774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跟平台約定一個價格賺利息，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搭配對的操作方式風險可控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16368" y="4206240"/>
            <a:ext cx="17922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16368" y="420624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風險：中等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19488" y="160020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784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784080" y="23774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同上，另一家交易所，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機制幾乎相同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784080" y="4206240"/>
            <a:ext cx="17922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84080" y="420624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風險：中等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「風險：低」不代表零風險——仍有交易所信用風險；詳細說明在後面各方法的頁面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方法① Bitfinex 美元出借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白話說明：把美元借給「開槓桿」的交易者，對方要先抵押更多錢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6002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這是什麼？（保證金融資出借 Margin Funding）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92808"/>
            <a:ext cx="5111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你把美元放進平台的「出借池」，有人想用槓桿做交易（等於跟平台多借一筆錢去買賣），就會用你的美元，並支付利息給你。這筆交易全程用美元計價，不受加密貨幣漲跌影響你的本金。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68112" cy="16002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36792" y="160020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為什麼算安全？（超額抵押＋強制平倉）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892808"/>
            <a:ext cx="5138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借錢的人必須先抵押「超過」借款金額的資產（例如抵押 120 元才能借 100 元）。如果抵押品價值下跌到快不夠賠，系統會自動賣掉抵押品先還你錢——類似房貸繳不出來、銀行拍賣房子的概念。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7406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情境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年利率（已扣平台費）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NT$500萬，一年大約賺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保守（市場冷清）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4.25%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NT$212,500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基準（近期市場行情）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10.29%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NT$514,500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樂觀（市場火熱）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17.0%以上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NT$850,000以上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183880" y="329184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85048" y="343814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白話重點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385048" y="3822192"/>
            <a:ext cx="30540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賺的是「利息」，不是賭價格漲跌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本金不會因為比特幣漲跌而變少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最大風險是「平台本身」出事（詳見第9頁）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方法②③ 交易所活期理財（OKX／Binance）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白話說明：類似把錢存進「數位活存」，但要注意「宣傳利率」的陷阱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371600"/>
          </a:xfrm>
          <a:prstGeom prst="roundRect">
            <a:avLst>
              <a:gd name="adj" fmla="val 4667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這是什麼？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92808"/>
            <a:ext cx="107652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把美元（或美元穩定幣 USDT）存進交易所，交易所把大家的錢集中運用（借給其他人），再依「利率」分潤給你，隨時可以領回，很像數位版的活期存款。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316382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常見的「宣傳利率」陷阱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47872"/>
            <a:ext cx="508406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廣告上常看到「年化 10%」，但這個高利率通常只適用「前面一小筆錢」（例如前 500 美元，約新台幣 1.6 萬元），超過這筆金額的部分，利率會大幅降到 1.5%～3.5% 左右。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017520"/>
          <a:ext cx="53309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399032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平台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廣告最高利率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NT$500萬實際到手利率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一年實際約賺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OKX 活期理財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10.0%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約 3.0%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約 NT$150,000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Binance 活期理財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6.0%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約 1.5%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約 NT$75,000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489204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10528" y="503834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這類方法的價值在哪？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5422392"/>
            <a:ext cx="4928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利率雖然不高，但「隨時可以領回」，適合當作臨時要用錢時的備援資金池，而不是主力賺利息的方法。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方法④⑤ 雙幣理財（OKX／Binance）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白話說明：跟平台約定一個價格賺利息，五種方法中年化最高，但要搭配正確做法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這是什麼？（選擇權權利金 Option Premium）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92808"/>
            <a:ext cx="107652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先約定一個「目標價格」，平台付你一筆錢（類似保險公司收的保費，這裡反過來是你收錢）。如果到期時價格沒有跌破（或漲破）目標價，你連本金帶「利息」全部拿回；但如果價格跌破（或漲破）目標價，你的本金會被「強制」換成當時已經比較不划算的另一種資產——等於你被迫低價買進或高價賣出。這時候不用急著認賠，換個方式繼續操作即可（下一頁說明）。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27832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結果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情境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NT$500萬，一週後大約變成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✅ 沒有跌破目標價（最常見）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拿回本金＋額外利息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NT$5,043,000（+0.86%）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⚠ 小幅跌破目標價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本金被換成較不划算的資產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NT$4,868,000（-2.65%）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🔴 單週大跌 25%（極端行情）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本金被換成大幅貶值的資產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NT$3,991,000（-20.19%）</a:t>
                      </a:r>
                      <a:endParaRPr lang="en-US" sz="11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2064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526694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白話重點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5650992"/>
            <a:ext cx="106920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廣告上看到的「年化 45%」，是「猜對方向」才有的報酬；猜錯的那一週帳面會變少，但不是永久的損失——只要不急著認賠賣掉，換個方式繼續操作，通常可以把本金拿回來，詳見下一頁。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雙幣理財怎麼玩比較安全？一個簡單的紀律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測試了整整一年、兩萬種可能的走勢，找到一個關鍵做法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463040"/>
          </a:xfrm>
          <a:prstGeom prst="roundRect">
            <a:avLst>
              <a:gd name="adj" fmla="val 4375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107652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如果猜錯方向，錢被換成別的資產，接下來怎麼辦？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92808"/>
            <a:ext cx="107652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急著認賠賣掉。改用手上這批資產，重新約定「原本那個價格」繼續賺利息——只要之後價格漲回原本那個價格，就能把錢全部換回來，而且中間收的利息全部歸你，本金完全不會少。這個做法我們稱為「滾動操作」。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60527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一整年下來，錢變少的機率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猜錯了就一直用最新價格重新開始（不建議）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74.5% ～ 85.1%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猜錯了先滾動操作，等本金拿回來就先收手、不馬上再下注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18.9% ～ 20.4%</a:t>
                      </a:r>
                      <a:endParaRPr lang="en-US" sz="12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091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481888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只多做一件事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88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把「錢變少的機率」從7～8成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降到約2成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47091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98848" y="48554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這一件事是什麼？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5239512"/>
            <a:ext cx="3163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本金拿回來以後，先把錢放著（賺其他方法的利息），不要立刻又下一注——這是唯一的差別。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55280" y="470916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56448" y="485546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白話結論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239512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雙幣理財不是不能碰，是不能「一直重複下注」；照這個紀律操作，用NT$500萬的一部分來做，是合理的選項。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一張表看懂五種方法的差異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簡化對比，更多細節在完整版報告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2587752"/>
                <a:gridCol w="1828800"/>
                <a:gridCol w="18288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賺的是什麼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本金會因市場漲跌變少嗎？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多快可以領回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NT$500萬約略年化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① Bitfinex 出借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借錢的利息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不會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數天～數月不等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4.25%–17%+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② OKX 活期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存款的利差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不會（幣值本身穩定）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隨時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約 3.0%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③ Binance 活期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存款的利差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不會（幣值本身穩定）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隨時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約 1.5%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④ OKX 雙幣理財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猜價格的「獎金」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會，猜錯先變少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要等到結算日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名目 4%–138%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⑤ Binance 雙幣理財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猜價格的「獎金」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會，猜錯先變少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要等到結算日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官方 4%–138%</a:t>
                      </a:r>
                      <a:endParaRPr lang="en-US" sz="105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9808" y="5678424"/>
            <a:ext cx="1069207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簡單說：①②③賺的是「利息」，本金不會因為比特幣漲跌而變少；④⑤賺的是「猜對價格的獎金」，猜錯本金會暫時變少，但只要照第7頁的紀律操作，一年下來變少的機率可以壓到約2成。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NT$500 萬全部投入某一種方法，一年大概賺多少？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以「基準情境」試算，僅供比較用，非投資建議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498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410712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30768" y="17007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為什麼④⑤特別高？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30768" y="2084832"/>
            <a:ext cx="30083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雙幣理財的「45%」是「沒有賭錯」的最佳情況，並未反映賭錯時可能虧損 20% 以上的情形——數字看起來漂亮，但風險也最高，不能只看這張圖的高度做決定。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0" y="3520440"/>
            <a:ext cx="3410712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30768" y="366674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務實的看法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430768" y="4050792"/>
            <a:ext cx="30083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①Bitfinex 出借在「不賭價格」的前提下，一年約 NT$51 萬，是五種方法中「報酬與安全」平衡最好的選項。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建議怎麼分配？三種組合方案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NT$500萬，依「求穩」到「求高報酬」排列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08760"/>
          <a:ext cx="546811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188720"/>
                <a:gridCol w="1051560"/>
                <a:gridCol w="7589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①出借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②③活期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④⑤雙幣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一年預估獲利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 求穩為主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NT$607,500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 穩中求進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NT$868,000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 積極型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NT$1,128,000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172200" y="3566160"/>
            <a:ext cx="5468112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373368" y="3712464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「④⑤雙幣」比重越高，帳面預估獲利越好看，但也代表本金因為賭錯而變少的機會越大。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46634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480974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怎麼選？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5193792"/>
            <a:ext cx="106920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這筆錢是「不能有本金損失」的閒錢，建議從方案A開始；如果可以承受「部分金額因賭錯而暫時變少」，再考慮拉高④⑤的比重。三個方案僅為示範權重，實際比重應由財務部與風控委員會依風險承受度共同核定。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幾個重要提醒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白話版風險與安全措施說明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換匯風險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58191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NT$500萬要先換成美元／美元穩定幣才能投入這些平台，等到要換回台幣時，如果匯率有變動，換回來的台幣金額可能比預期多或少。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420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平台本身的風險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54203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錢是放在 Bitfinex／OKX／Binance 這些交易所上，如果平台發生資安事件或經營出問題，仍有本金拿不回來的可能——這是所有方法都共同存在的風險，因此不會把所有錢都放在同一家平台。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021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帳號安全機制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50215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只開放「借出、申購」的權限，把「提領、轉帳」的功能直接關閉，就算帳號密碼外洩，錢也無法被轉走。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622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先小額試做，再放大金額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446227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建議先用一小部分金額實際操作 2–3 個月，確認一切運作順利、數字對得起來，再考慮是否放大到完整的 NT$500 萬。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簡化版三步驟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把權限設定好、內部簽核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2–4 週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先小額試做 2–3 個月，看實際數字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2–3 個月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數字沒問題，再放大到完整額度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試做結束後 1 個月內決定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想確認的事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NT$500 萬額度是否核准？想從哪個方案（A／B／C）開始試做？對「雙幣理財」的比重是否有上限要求？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資產管理部｜內部機密｜簡明版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2026-09-07T03:06:05Z</dcterms:created>
  <dcterms:modified xsi:type="dcterms:W3CDTF">2026-09-07T03:06:05Z</dcterms:modified>
</cp:coreProperties>
</file>